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72C8F0-F18F-4319-9DB5-4864AE01E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315118-7A57-497C-8FCA-679376784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7D593D-1B22-45D3-876C-5D60B95B3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4CFE5E-CA3F-4C85-9AF9-6E731BD6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2B0484-731F-4E87-B1AF-EEFA053F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44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8BFEF5-4EB2-4F87-9233-A0930DE9B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E3A72C-274D-4893-84B9-E086AD83E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146940-7ADE-42CB-9249-9DF236EB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71B4C4-5276-47F5-95EA-D20A23C8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6AC937-4D42-42D1-B3BC-38E15D38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63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2D00C0-11F3-4081-8F7B-C771E00F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F5BCFF-1AE4-4319-B3C6-1E1F50D8D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8B7566-1A1A-4C9F-A224-13E14331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928EFE-9C19-4F6E-B1CF-7E9B6D922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8996C2-091F-459E-91F7-C25F7A8A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11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34CA22-232E-48EB-9D1C-37084469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50F90E-4D68-45DD-A6C0-D80D6C857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E02FE5-818A-4429-892F-E6EED6CA7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21640F-2FC9-4E2A-8725-4A71D1B9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9BD339-13FF-424B-9A3D-B5748851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A8FFFA-E17C-487C-9539-ADA6FAD2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978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28CCC4-E0CA-4DF6-80A7-3AAEA252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4A7F52-ADA8-429D-86FF-D5AF8E311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E8A2C0D-668D-4B08-93CA-E088B3897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4F872F6-18D1-4079-AD8F-64339AFCA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C31EF1D-A0EE-429C-9EA6-92D5775CF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65A5503-9065-41CF-85C8-8A48BFEE8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8258C34-6593-4AEC-A74C-14600CF2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B569667-5A01-4362-B32F-81F88B58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15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40E1CB-98E1-4814-BD94-9A2CF281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8045E1D-0E62-4B7E-A14F-99DD2DD26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952F11-F704-4B29-9F24-02DDA4B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052473-644E-4DB2-90BC-325B7EEA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69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8AFF6B1-D584-46D7-A05E-21788BBA4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62F6AB0-26B4-44DD-8BD9-CB9D9F61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9ED581-5A81-4AB2-97C0-7DBD4408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97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EA7521-2E71-44D2-B453-4B97618F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7F97AB-2020-4248-B370-0D6700450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6016BF-CBDB-45CB-A2EE-88EDE3504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9E7EB8-DEE1-4EB4-B8C2-5E779055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6E51D0-1F56-4CE2-8960-2DA0D98D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978A6F-C43D-4B5E-8B28-6162666E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33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F191A1-00FB-47A2-825D-57AE2B11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A0F508E-D529-4F65-B446-30D111668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A0AAED-C353-4B0D-B38C-BD4E8A084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ADE35E-B9A8-4953-B7DD-B542F3F4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316572-3472-4CA4-9C9D-CBA17FDB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267BF0-2E57-4C1A-B67C-0A7736C4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32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71489-4504-4E72-A0EB-BE9DEBF3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E0930FB-6005-438F-B31A-D8E406845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B34490-98E7-42BF-B361-A947C861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8A5B66-AAA6-4A66-B180-487C299B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7402A5-FF11-4E0F-A2A0-72B134EA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28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C126710-4D14-42CE-8BAF-D77683AE8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6DDCC5-8EB9-4F94-8FFE-6664ED5BC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F8E7BA-DD49-4C45-8DE1-7C261CAD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5484FF-3D09-4969-BF39-51D62885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F58F87-8505-4E19-BDA7-9BA8C77F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381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3E03124-2ECA-4DFE-B90F-17E9E7B9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EDBE5B-DBBB-4714-9EA6-E9BB05D89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92D585-9987-492D-8978-53F666214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3A186-E951-4488-A8C1-76FE1B8076B1}" type="datetimeFigureOut">
              <a:rPr lang="zh-TW" altLang="en-US" smtClean="0"/>
              <a:t>2026/8/2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AE79556-8204-45C2-872B-679A11571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4A831C-CA7D-4DAD-B091-9301E57F2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96B5A-1472-45CF-8806-4D33D3AEBA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31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F3225B-22BA-48C5-A34A-4F4B1792E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多功能網頁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8C061F7-71CB-4787-BDD2-9EC120146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組別</a:t>
            </a:r>
            <a:r>
              <a:rPr lang="en-US" altLang="zh-TW" dirty="0"/>
              <a:t>:</a:t>
            </a:r>
            <a:r>
              <a:rPr lang="zh-TW" altLang="en-US" dirty="0"/>
              <a:t>線上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蔡承佑</a:t>
            </a:r>
          </a:p>
        </p:txBody>
      </p:sp>
    </p:spTree>
    <p:extLst>
      <p:ext uri="{BB962C8B-B14F-4D97-AF65-F5344CB8AC3E}">
        <p14:creationId xmlns:p14="http://schemas.microsoft.com/office/powerpoint/2010/main" val="45588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26ECE-655D-44DB-856A-3F0EA187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作品畫面展示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CD8FBF5-619B-4557-9320-5A3B8A3BA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8" r="18831"/>
          <a:stretch/>
        </p:blipFill>
        <p:spPr>
          <a:xfrm>
            <a:off x="265043" y="1977246"/>
            <a:ext cx="6284068" cy="4351338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B27EAB6-5F15-474F-8A5B-FA295302A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34" r="28485"/>
          <a:stretch/>
        </p:blipFill>
        <p:spPr>
          <a:xfrm>
            <a:off x="7486703" y="1977246"/>
            <a:ext cx="4440254" cy="435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4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938EB9-80A2-4562-A66F-DDDAE87A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計算機專案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A3DEE0-8DA0-458A-A8AB-4F66C49BC33B}"/>
              </a:ext>
            </a:extLst>
          </p:cNvPr>
          <p:cNvSpPr txBox="1"/>
          <p:nvPr/>
        </p:nvSpPr>
        <p:spPr>
          <a:xfrm>
            <a:off x="4195053" y="210619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輸入角度計算其三角函數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6F6677-9A05-4751-AEF4-F173E72979DA}"/>
              </a:ext>
            </a:extLst>
          </p:cNvPr>
          <p:cNvSpPr txBox="1"/>
          <p:nvPr/>
        </p:nvSpPr>
        <p:spPr>
          <a:xfrm>
            <a:off x="4195053" y="500504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輸入</a:t>
            </a:r>
            <a:r>
              <a:rPr lang="en-US" altLang="zh-TW" dirty="0"/>
              <a:t>0</a:t>
            </a:r>
            <a:r>
              <a:rPr lang="zh-TW" altLang="en-US" dirty="0"/>
              <a:t>到</a:t>
            </a:r>
            <a:r>
              <a:rPr lang="en-US" altLang="zh-TW" dirty="0"/>
              <a:t>255</a:t>
            </a:r>
            <a:r>
              <a:rPr lang="zh-TW" altLang="en-US" dirty="0"/>
              <a:t>內的數字並轉換其十六進制及二進制數值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BCA2AC-50E8-4774-A8E3-1F7397C7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286" y="2700158"/>
            <a:ext cx="3827427" cy="123497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EC1BB04-526C-4664-9772-7B47786BC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86" y="5425282"/>
            <a:ext cx="3752848" cy="1233487"/>
          </a:xfrm>
          <a:prstGeom prst="rect">
            <a:avLst/>
          </a:prstGeom>
        </p:spPr>
      </p:pic>
      <p:pic>
        <p:nvPicPr>
          <p:cNvPr id="23" name="內容版面配置區 22">
            <a:extLst>
              <a:ext uri="{FF2B5EF4-FFF2-40B4-BE49-F238E27FC236}">
                <a16:creationId xmlns:a16="http://schemas.microsoft.com/office/drawing/2014/main" id="{D6A8CEA2-C02A-47DC-A365-7346D3537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50412" y="1690687"/>
            <a:ext cx="3458664" cy="4802187"/>
          </a:xfrm>
        </p:spPr>
      </p:pic>
    </p:spTree>
    <p:extLst>
      <p:ext uri="{BB962C8B-B14F-4D97-AF65-F5344CB8AC3E}">
        <p14:creationId xmlns:p14="http://schemas.microsoft.com/office/powerpoint/2010/main" val="429029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C6715-3D07-4B41-B3F6-1FB50E11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計時器專案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4FD636D-253B-4FDB-BED5-E42F05CF0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096" y="1690688"/>
            <a:ext cx="3403238" cy="2328086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1B04BBD-79F1-481D-A223-A18FE72CA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73" y="1690689"/>
            <a:ext cx="3403239" cy="236582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E01A915-C590-4EEF-B26D-B2ACA1515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051" y="1690688"/>
            <a:ext cx="3403238" cy="239362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1115E1D-295C-44AF-8F4F-78B7A79AFF10}"/>
              </a:ext>
            </a:extLst>
          </p:cNvPr>
          <p:cNvSpPr txBox="1"/>
          <p:nvPr/>
        </p:nvSpPr>
        <p:spPr>
          <a:xfrm>
            <a:off x="663096" y="4479747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番茄計時器</a:t>
            </a:r>
            <a:r>
              <a:rPr lang="en-US" altLang="zh-TW" dirty="0"/>
              <a:t>/</a:t>
            </a:r>
            <a:r>
              <a:rPr lang="zh-TW" altLang="en-US" dirty="0"/>
              <a:t>長短計時器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開始</a:t>
            </a:r>
            <a:r>
              <a:rPr lang="en-US" altLang="zh-TW" dirty="0"/>
              <a:t>,</a:t>
            </a:r>
            <a:r>
              <a:rPr lang="zh-TW" altLang="en-US" dirty="0"/>
              <a:t>暫停</a:t>
            </a:r>
            <a:r>
              <a:rPr lang="en-US" altLang="zh-TW" dirty="0"/>
              <a:t>,</a:t>
            </a:r>
            <a:r>
              <a:rPr lang="zh-TW" altLang="en-US" dirty="0"/>
              <a:t>與重置</a:t>
            </a:r>
          </a:p>
        </p:txBody>
      </p:sp>
    </p:spTree>
    <p:extLst>
      <p:ext uri="{BB962C8B-B14F-4D97-AF65-F5344CB8AC3E}">
        <p14:creationId xmlns:p14="http://schemas.microsoft.com/office/powerpoint/2010/main" val="300865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F0FEE-4AAA-4450-B3DF-FC2F4CCD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待辦事項專案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D0DB65A-2117-48D8-BD24-F52E911E6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290" y="1690688"/>
            <a:ext cx="3171059" cy="2364858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90CE38A-9A55-46B4-947A-4CFCAEB26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906" y="1730005"/>
            <a:ext cx="3696937" cy="23648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3D15BA8-308C-4F47-8BAE-086AF93F0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951" y="1739737"/>
            <a:ext cx="3688004" cy="236485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10A8C94-5159-4657-A06C-272223CAC4C6}"/>
              </a:ext>
            </a:extLst>
          </p:cNvPr>
          <p:cNvSpPr txBox="1"/>
          <p:nvPr/>
        </p:nvSpPr>
        <p:spPr>
          <a:xfrm>
            <a:off x="663096" y="4479747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可新增高達</a:t>
            </a:r>
            <a:r>
              <a:rPr lang="en-US" altLang="zh-TW" dirty="0"/>
              <a:t>30</a:t>
            </a:r>
            <a:r>
              <a:rPr lang="zh-TW" altLang="en-US" dirty="0"/>
              <a:t>個待辦事項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/>
              <a:t>功能</a:t>
            </a:r>
            <a:r>
              <a:rPr lang="en-US" altLang="zh-TW" dirty="0"/>
              <a:t>: </a:t>
            </a:r>
            <a:r>
              <a:rPr lang="zh-TW" altLang="en-US" dirty="0"/>
              <a:t>新增</a:t>
            </a:r>
            <a:r>
              <a:rPr lang="en-US" altLang="zh-TW" dirty="0"/>
              <a:t>,</a:t>
            </a:r>
            <a:r>
              <a:rPr lang="zh-TW" altLang="en-US" dirty="0"/>
              <a:t>顯示全部</a:t>
            </a:r>
            <a:r>
              <a:rPr lang="en-US" altLang="zh-TW" dirty="0"/>
              <a:t>,</a:t>
            </a:r>
            <a:r>
              <a:rPr lang="zh-TW" altLang="en-US" dirty="0"/>
              <a:t>進行中</a:t>
            </a:r>
            <a:r>
              <a:rPr lang="en-US" altLang="zh-TW" dirty="0"/>
              <a:t>,</a:t>
            </a:r>
            <a:r>
              <a:rPr lang="zh-TW" altLang="en-US" dirty="0"/>
              <a:t>已完成</a:t>
            </a:r>
            <a:r>
              <a:rPr lang="en-US" altLang="zh-TW" dirty="0"/>
              <a:t>,</a:t>
            </a:r>
            <a:r>
              <a:rPr lang="zh-TW" altLang="en-US" dirty="0"/>
              <a:t>清除已完成</a:t>
            </a:r>
          </a:p>
        </p:txBody>
      </p:sp>
    </p:spTree>
    <p:extLst>
      <p:ext uri="{BB962C8B-B14F-4D97-AF65-F5344CB8AC3E}">
        <p14:creationId xmlns:p14="http://schemas.microsoft.com/office/powerpoint/2010/main" val="80796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E1DFC3-4AF3-4934-B1F5-650AA7A8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串接綠界金流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D7A797-8A1D-4254-A78E-B629032C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API</a:t>
            </a:r>
          </a:p>
          <a:p>
            <a:pPr lvl="1"/>
            <a:r>
              <a:rPr lang="zh-TW" altLang="en-US" dirty="0"/>
              <a:t>別人做好的服務</a:t>
            </a:r>
            <a:endParaRPr lang="en-US" altLang="zh-TW" dirty="0"/>
          </a:p>
          <a:p>
            <a:r>
              <a:rPr lang="en-US" altLang="zh-TW" dirty="0"/>
              <a:t>debug</a:t>
            </a:r>
          </a:p>
          <a:p>
            <a:r>
              <a:rPr lang="zh-TW" altLang="en-US" dirty="0"/>
              <a:t>隱藏</a:t>
            </a:r>
            <a:endParaRPr lang="en-US" altLang="zh-TW" dirty="0"/>
          </a:p>
          <a:p>
            <a:pPr marL="914400" lvl="1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MERCHANT_ID</a:t>
            </a:r>
          </a:p>
          <a:p>
            <a:pPr marL="914400" lvl="1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HASH_KEY</a:t>
            </a:r>
          </a:p>
          <a:p>
            <a:pPr marL="914400" lvl="1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HASH_IV</a:t>
            </a:r>
          </a:p>
          <a:p>
            <a:r>
              <a:rPr lang="zh-TW" altLang="en-US" dirty="0"/>
              <a:t>驗證</a:t>
            </a:r>
            <a:endParaRPr lang="en-US" altLang="zh-TW" dirty="0"/>
          </a:p>
          <a:p>
            <a:endParaRPr lang="en-US" altLang="zh-TW" dirty="0"/>
          </a:p>
          <a:p>
            <a:pPr lvl="1"/>
            <a:r>
              <a:rPr lang="en-US" altLang="zh-TW" dirty="0"/>
              <a:t>Launch “node server.js” before doing </a:t>
            </a:r>
            <a:r>
              <a:rPr lang="en-US" altLang="zh-TW"/>
              <a:t>this function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1E5FC68-C627-46A8-B73E-492F00BE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15" y="2096311"/>
            <a:ext cx="4992027" cy="3429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75D554-4388-4E61-943A-C677B3E4D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73" y="1961374"/>
            <a:ext cx="2391084" cy="63675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065D0A8-5BC2-49B1-B180-5F9AEC607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483" y="4001294"/>
            <a:ext cx="2500313" cy="164306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54D140A-105A-425F-AA09-688A4848606F}"/>
              </a:ext>
            </a:extLst>
          </p:cNvPr>
          <p:cNvSpPr/>
          <p:nvPr/>
        </p:nvSpPr>
        <p:spPr>
          <a:xfrm>
            <a:off x="5831615" y="2096311"/>
            <a:ext cx="1075023" cy="384242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4FAD54-CE84-42A8-A947-E010D7EA6782}"/>
              </a:ext>
            </a:extLst>
          </p:cNvPr>
          <p:cNvSpPr/>
          <p:nvPr/>
        </p:nvSpPr>
        <p:spPr>
          <a:xfrm>
            <a:off x="7603483" y="3841615"/>
            <a:ext cx="2698108" cy="1683695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2E591F0-8DAE-423C-B9D7-7DD90EEE5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1942" y="5337382"/>
            <a:ext cx="2890915" cy="1399475"/>
          </a:xfrm>
          <a:prstGeom prst="rect">
            <a:avLst/>
          </a:prstGeom>
        </p:spPr>
      </p:pic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344748B-7519-490A-B7CD-1C10ED544E22}"/>
              </a:ext>
            </a:extLst>
          </p:cNvPr>
          <p:cNvCxnSpPr/>
          <p:nvPr/>
        </p:nvCxnSpPr>
        <p:spPr>
          <a:xfrm>
            <a:off x="6284068" y="2454078"/>
            <a:ext cx="326720" cy="306421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614AB0B-D5B5-42BF-B9DA-036689016CA3}"/>
              </a:ext>
            </a:extLst>
          </p:cNvPr>
          <p:cNvCxnSpPr/>
          <p:nvPr/>
        </p:nvCxnSpPr>
        <p:spPr>
          <a:xfrm>
            <a:off x="7440123" y="3711052"/>
            <a:ext cx="326720" cy="306421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1B30A3B7-0CF5-4CCA-BCD3-A160E818159C}"/>
              </a:ext>
            </a:extLst>
          </p:cNvPr>
          <p:cNvCxnSpPr/>
          <p:nvPr/>
        </p:nvCxnSpPr>
        <p:spPr>
          <a:xfrm>
            <a:off x="9051942" y="5337382"/>
            <a:ext cx="326720" cy="306421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210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37E688-4848-43C1-B26C-C56DBF7D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GitHub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BA4FE1-B371-4C19-BF51-75C81F820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線上程式碼雲端託管平台</a:t>
            </a:r>
            <a:endParaRPr lang="en-US" altLang="zh-TW" dirty="0"/>
          </a:p>
          <a:p>
            <a:r>
              <a:rPr lang="zh-TW" altLang="en-US" dirty="0"/>
              <a:t>多成員共同編輯、開發軟體專案</a:t>
            </a:r>
            <a:endParaRPr lang="en-US" altLang="zh-TW" dirty="0"/>
          </a:p>
          <a:p>
            <a:r>
              <a:rPr lang="zh-TW" altLang="en-US" dirty="0"/>
              <a:t>下載免費資源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學習專案管理</a:t>
            </a:r>
            <a:r>
              <a:rPr lang="en-US" altLang="zh-TW" dirty="0"/>
              <a:t>,</a:t>
            </a:r>
            <a:r>
              <a:rPr lang="zh-TW" altLang="en-US" dirty="0"/>
              <a:t>多人協作</a:t>
            </a:r>
            <a:r>
              <a:rPr lang="en-US" altLang="zh-TW" dirty="0"/>
              <a:t>,</a:t>
            </a:r>
            <a:r>
              <a:rPr lang="zh-TW" altLang="en-US" dirty="0"/>
              <a:t>線上託管</a:t>
            </a:r>
            <a:r>
              <a:rPr lang="en-US" altLang="zh-TW" dirty="0"/>
              <a:t>,</a:t>
            </a:r>
            <a:r>
              <a:rPr lang="zh-TW" altLang="en-US" dirty="0"/>
              <a:t>資源下載</a:t>
            </a:r>
            <a:endParaRPr lang="en-US" altLang="zh-TW" dirty="0"/>
          </a:p>
          <a:p>
            <a:pPr lvl="1"/>
            <a:r>
              <a:rPr lang="en-US" altLang="zh-TW" dirty="0"/>
              <a:t>README.md</a:t>
            </a:r>
            <a:r>
              <a:rPr lang="zh-TW" altLang="en-US" dirty="0"/>
              <a:t>的完備性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AB44C3E-BD7D-4499-8163-810E3B943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643" y="3067844"/>
            <a:ext cx="691515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4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03AEB-CAD9-4587-9BAF-9D9D238E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Vibe Coding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F518B-67DF-40F4-812D-FFC304D71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把想法拆解成多個清晰步驟 </a:t>
            </a:r>
            <a:r>
              <a:rPr lang="en-US" altLang="zh-TW" dirty="0"/>
              <a:t>(prompt)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請</a:t>
            </a:r>
            <a:r>
              <a:rPr lang="en-US" altLang="zh-TW" dirty="0" err="1"/>
              <a:t>claude</a:t>
            </a:r>
            <a:r>
              <a:rPr lang="en-US" altLang="zh-TW" dirty="0"/>
              <a:t> code</a:t>
            </a:r>
            <a:r>
              <a:rPr lang="zh-TW" altLang="en-US" dirty="0"/>
              <a:t>代勞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防呆 </a:t>
            </a:r>
            <a:r>
              <a:rPr lang="en-US" altLang="zh-TW" dirty="0"/>
              <a:t>(edge case)</a:t>
            </a:r>
            <a:r>
              <a:rPr lang="zh-TW" altLang="en-US" dirty="0"/>
              <a:t>及隱私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執行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驗證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修正</a:t>
            </a:r>
            <a:r>
              <a:rPr lang="en-US" altLang="zh-TW" dirty="0"/>
              <a:t>prompt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Go to step 2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DC5781-F59C-427F-8797-4DAA6E517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087" y="2976563"/>
            <a:ext cx="668655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8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424A8C-36A5-49E1-93D7-F096C4E8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Claude code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C4F62E-B356-4A7D-9A0E-47FBBF153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由簡入深</a:t>
            </a:r>
            <a:r>
              <a:rPr lang="en-US" altLang="zh-TW" dirty="0"/>
              <a:t>,</a:t>
            </a:r>
            <a:r>
              <a:rPr lang="zh-TW" altLang="en-US" dirty="0"/>
              <a:t>先求有再求好 </a:t>
            </a:r>
            <a:r>
              <a:rPr lang="en-US" altLang="zh-TW" dirty="0"/>
              <a:t>(</a:t>
            </a:r>
            <a:r>
              <a:rPr lang="zh-TW" altLang="en-US" dirty="0"/>
              <a:t>小心</a:t>
            </a:r>
            <a:r>
              <a:rPr lang="en-US" altLang="zh-TW" dirty="0"/>
              <a:t>edge case)</a:t>
            </a:r>
          </a:p>
          <a:p>
            <a:r>
              <a:rPr lang="zh-TW" altLang="en-US" dirty="0"/>
              <a:t>提供原始碼給</a:t>
            </a:r>
            <a:r>
              <a:rPr lang="en-US" altLang="zh-TW" dirty="0" err="1"/>
              <a:t>claude</a:t>
            </a:r>
            <a:r>
              <a:rPr lang="en-US" altLang="zh-TW" dirty="0"/>
              <a:t> code</a:t>
            </a:r>
            <a:r>
              <a:rPr lang="zh-TW" altLang="en-US" dirty="0"/>
              <a:t>修正會比較快及正確</a:t>
            </a:r>
            <a:endParaRPr lang="en-US" altLang="zh-TW" dirty="0"/>
          </a:p>
          <a:p>
            <a:r>
              <a:rPr lang="zh-TW" altLang="en-US" dirty="0"/>
              <a:t>不懂的</a:t>
            </a:r>
            <a:r>
              <a:rPr lang="en-US" altLang="zh-TW" dirty="0"/>
              <a:t>code</a:t>
            </a:r>
            <a:r>
              <a:rPr lang="zh-TW" altLang="en-US" dirty="0"/>
              <a:t>可以問</a:t>
            </a:r>
            <a:r>
              <a:rPr lang="en-US" altLang="zh-TW" dirty="0" err="1"/>
              <a:t>claude</a:t>
            </a:r>
            <a:r>
              <a:rPr lang="en-US" altLang="zh-TW" dirty="0"/>
              <a:t>,</a:t>
            </a:r>
            <a:r>
              <a:rPr lang="zh-TW" altLang="en-US" dirty="0"/>
              <a:t>請他用簡易的話說明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7A95C0-4849-4F2E-9A69-9FEB0F2B2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5321030" cy="29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285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C83D8-4DFB-4645-BEE9-4AB443DC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GitHub</a:t>
            </a:r>
            <a:r>
              <a:rPr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E949D-B5E8-4F05-B16E-288B98BAE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u="sng" dirty="0"/>
              <a:t>https://github.com/11430051/my-first-project</a:t>
            </a:r>
            <a:endParaRPr lang="zh-TW" altLang="en-US" u="sng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9B9E5C-AC43-4798-A7CC-0A0FAF56BED5}"/>
              </a:ext>
            </a:extLst>
          </p:cNvPr>
          <p:cNvSpPr txBox="1"/>
          <p:nvPr/>
        </p:nvSpPr>
        <p:spPr>
          <a:xfrm>
            <a:off x="3640576" y="4380672"/>
            <a:ext cx="37816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i="1" dirty="0">
                <a:solidFill>
                  <a:schemeClr val="accent6">
                    <a:lumMod val="50000"/>
                  </a:schemeClr>
                </a:solidFill>
              </a:rPr>
              <a:t>THANK YOU</a:t>
            </a:r>
            <a:endParaRPr lang="zh-TW" altLang="en-US" sz="54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40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237</Words>
  <Application>Microsoft Office PowerPoint</Application>
  <PresentationFormat>寬螢幕</PresentationFormat>
  <Paragraphs>50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佈景主題</vt:lpstr>
      <vt:lpstr>多功能網頁</vt:lpstr>
      <vt:lpstr>作品畫面展示</vt:lpstr>
      <vt:lpstr>計算機專案</vt:lpstr>
      <vt:lpstr>計時器專案</vt:lpstr>
      <vt:lpstr>待辦事項專案</vt:lpstr>
      <vt:lpstr>串接綠界金流API</vt:lpstr>
      <vt:lpstr>GitHub</vt:lpstr>
      <vt:lpstr>Vibe Coding</vt:lpstr>
      <vt:lpstr>Claude code</vt:lpstr>
      <vt:lpstr>GitHub網頁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多功能網頁</dc:title>
  <dc:creator>Winfred Tsai</dc:creator>
  <cp:keywords>線上組-蔡承佑</cp:keywords>
  <cp:lastModifiedBy>Winfred Tsai</cp:lastModifiedBy>
  <cp:revision>18</cp:revision>
  <dcterms:created xsi:type="dcterms:W3CDTF">2026-08-02T08:18:01Z</dcterms:created>
  <dcterms:modified xsi:type="dcterms:W3CDTF">2026-08-02T09:52:06Z</dcterms:modified>
</cp:coreProperties>
</file>