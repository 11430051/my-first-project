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8" autoAdjust="0"/>
    <p:restoredTop sz="94660"/>
  </p:normalViewPr>
  <p:slideViewPr>
    <p:cSldViewPr snapToGrid="0">
      <p:cViewPr varScale="1">
        <p:scale>
          <a:sx n="98" d="100"/>
          <a:sy n="98" d="100"/>
        </p:scale>
        <p:origin x="29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72C8F0-F18F-4319-9DB5-4864AE01E7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1315118-7A57-497C-8FCA-679376784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57D593D-1B22-45D3-876C-5D60B95B3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94CFE5E-CA3F-4C85-9AF9-6E731BD67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D2B0484-731F-4E87-B1AF-EEFA053F6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54400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8BFEF5-4EB2-4F87-9233-A0930DE9B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E3A72C-274D-4893-84B9-E086AD83E5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146940-7ADE-42CB-9249-9DF236EBE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D71B4C4-5276-47F5-95EA-D20A23C84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A6AC937-4D42-42D1-B3BC-38E15D3885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9636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2D00C0-11F3-4081-8F7B-C771E00F0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DF5BCFF-1AE4-4319-B3C6-1E1F50D8D4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68B7566-1A1A-4C9F-A224-13E1433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928EFE-9C19-4F6E-B1CF-7E9B6D922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8996C2-091F-459E-91F7-C25F7A8A2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2111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634CA22-232E-48EB-9D1C-37084469D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950F90E-4D68-45DD-A6C0-D80D6C8570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6E02FE5-818A-4429-892F-E6EED6CA71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A21640F-2FC9-4E2A-8725-4A71D1B93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B9BD339-13FF-424B-9A3D-B5748851A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4A8FFFA-E17C-487C-9539-ADA6FAD22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1978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28CCC4-E0CA-4DF6-80A7-3AAEA2528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94A7F52-ADA8-429D-86FF-D5AF8E311B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E8A2C0D-668D-4B08-93CA-E088B38975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24F872F6-18D1-4079-AD8F-64339AFCAA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5C31EF1D-A0EE-429C-9EA6-92D5775CFF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65A5503-9065-41CF-85C8-8A48BFEE8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A8258C34-6593-4AEC-A74C-14600CF24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B569667-5A01-4362-B32F-81F88B58E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2153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40E1CB-98E1-4814-BD94-9A2CF2813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8045E1D-0E62-4B7E-A14F-99DD2DD26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34952F11-F704-4B29-9F24-02DDA4B72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6052473-644E-4DB2-90BC-325B7EEA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6691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38AFF6B1-D584-46D7-A05E-21788BBA4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62F6AB0-26B4-44DD-8BD9-CB9D9F615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C9ED581-5A81-4AB2-97C0-7DBD4408C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0974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EEA7521-2E71-44D2-B453-4B97618F2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17F97AB-2020-4248-B370-0D6700450C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A6016BF-CBDB-45CB-A2EE-88EDE35041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E29E7EB8-DEE1-4EB4-B8C2-5E7790554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6E51D0-1F56-4CE2-8960-2DA0D98D5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E8978A6F-C43D-4B5E-8B28-6162666E6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433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F191A1-00FB-47A2-825D-57AE2B11A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CA0F508E-D529-4F65-B446-30D1116689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EA0AAED-C353-4B0D-B38C-BD4E8A084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6ADE35E-B9A8-4953-B7DD-B542F3F4A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4316572-3472-4CA4-9C9D-CBA17FDBB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6267BF0-2E57-4C1A-B67C-0A7736C49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0320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DB71489-4504-4E72-A0EB-BE9DEBF3D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2E0930FB-6005-438F-B31A-D8E406845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1B34490-98E7-42BF-B361-A947C86135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98A5B66-AAA6-4A66-B180-487C299B0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67402A5-FF11-4E0F-A2A0-72B134EAE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72811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2C126710-4D14-42CE-8BAF-D77683AE89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66DDCC5-8EB9-4F94-8FFE-6664ED5BC8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6F8E7BA-DD49-4C45-8DE1-7C261CADD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C5484FF-3D09-4969-BF39-51D628852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2F58F87-8505-4E19-BDA7-9BA8C77FA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73815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13E03124-2ECA-4DFE-B90F-17E9E7B9A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7EDBE5B-DBBB-4714-9EA6-E9BB05D89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92D585-9987-492D-8978-53F666214E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C3A186-E951-4488-A8C1-76FE1B8076B1}" type="datetimeFigureOut">
              <a:rPr lang="zh-TW" altLang="en-US" smtClean="0"/>
              <a:t>2026/8/2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AE79556-8204-45C2-872B-679A11571E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4A831C-CA7D-4DAD-B091-9301E57F2F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896B5A-1472-45CF-8806-4D33D3AEBA5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1314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F3225B-22BA-48C5-A34A-4F4B1792E3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TW" altLang="en-US" dirty="0"/>
              <a:t>多功能網頁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8C061F7-71CB-4787-BDD2-9EC120146B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組別</a:t>
            </a:r>
            <a:r>
              <a:rPr lang="en-US" altLang="zh-TW" dirty="0"/>
              <a:t>:</a:t>
            </a:r>
            <a:r>
              <a:rPr lang="zh-TW" altLang="en-US" dirty="0"/>
              <a:t>線上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蔡承佑</a:t>
            </a:r>
          </a:p>
        </p:txBody>
      </p:sp>
    </p:spTree>
    <p:extLst>
      <p:ext uri="{BB962C8B-B14F-4D97-AF65-F5344CB8AC3E}">
        <p14:creationId xmlns:p14="http://schemas.microsoft.com/office/powerpoint/2010/main" val="455889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6A26ECE-655D-44DB-856A-3F0EA187EB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作品畫面展示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FCD8FBF5-619B-4557-9320-5A3B8A3BA1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8" r="18831"/>
          <a:stretch/>
        </p:blipFill>
        <p:spPr>
          <a:xfrm>
            <a:off x="265043" y="1977246"/>
            <a:ext cx="6284068" cy="4351338"/>
          </a:xfr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6B27EAB6-5F15-474F-8A5B-FA295302A9E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134" r="28485"/>
          <a:stretch/>
        </p:blipFill>
        <p:spPr>
          <a:xfrm>
            <a:off x="7486703" y="1977246"/>
            <a:ext cx="4440254" cy="435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0429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7938EB9-80A2-4562-A66F-DDDAE87A0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計算機專案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3CA3DEE0-8DA0-458A-A8AB-4F66C49BC33B}"/>
              </a:ext>
            </a:extLst>
          </p:cNvPr>
          <p:cNvSpPr txBox="1"/>
          <p:nvPr/>
        </p:nvSpPr>
        <p:spPr>
          <a:xfrm>
            <a:off x="4195053" y="2106198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輸入角度計算其三角函數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06F6677-9A05-4751-AEF4-F173E72979DA}"/>
              </a:ext>
            </a:extLst>
          </p:cNvPr>
          <p:cNvSpPr txBox="1"/>
          <p:nvPr/>
        </p:nvSpPr>
        <p:spPr>
          <a:xfrm>
            <a:off x="4195053" y="5005040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輸入</a:t>
            </a:r>
            <a:r>
              <a:rPr lang="en-US" altLang="zh-TW" dirty="0"/>
              <a:t>0</a:t>
            </a:r>
            <a:r>
              <a:rPr lang="zh-TW" altLang="en-US" dirty="0"/>
              <a:t>到</a:t>
            </a:r>
            <a:r>
              <a:rPr lang="en-US" altLang="zh-TW" dirty="0"/>
              <a:t>255</a:t>
            </a:r>
            <a:r>
              <a:rPr lang="zh-TW" altLang="en-US" dirty="0"/>
              <a:t>內的數字並轉換其十六進制及二進制數值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DFBCA2AC-50E8-4774-A8E3-1F7397C74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2286" y="2700158"/>
            <a:ext cx="3827427" cy="123497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9EC1BB04-526C-4664-9772-7B47786BC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86" y="5425282"/>
            <a:ext cx="3752848" cy="1233487"/>
          </a:xfrm>
          <a:prstGeom prst="rect">
            <a:avLst/>
          </a:prstGeom>
        </p:spPr>
      </p:pic>
      <p:pic>
        <p:nvPicPr>
          <p:cNvPr id="23" name="內容版面配置區 22">
            <a:extLst>
              <a:ext uri="{FF2B5EF4-FFF2-40B4-BE49-F238E27FC236}">
                <a16:creationId xmlns:a16="http://schemas.microsoft.com/office/drawing/2014/main" id="{D6A8CEA2-C02A-47DC-A365-7346D3537D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550412" y="1690687"/>
            <a:ext cx="3458664" cy="4802187"/>
          </a:xfrm>
        </p:spPr>
      </p:pic>
    </p:spTree>
    <p:extLst>
      <p:ext uri="{BB962C8B-B14F-4D97-AF65-F5344CB8AC3E}">
        <p14:creationId xmlns:p14="http://schemas.microsoft.com/office/powerpoint/2010/main" val="4290297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41C6715-3D07-4B41-B3F6-1FB50E118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計時器專案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D4FD636D-253B-4FDB-BED5-E42F05CF06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3096" y="1690688"/>
            <a:ext cx="3403238" cy="2328086"/>
          </a:xfr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F1B04BBD-79F1-481D-A223-A18FE72CA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073" y="1690689"/>
            <a:ext cx="3403239" cy="236582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E01A915-C590-4EEF-B26D-B2ACA1515F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051" y="1690688"/>
            <a:ext cx="3403238" cy="2393625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1115E1D-295C-44AF-8F4F-78B7A79AFF10}"/>
              </a:ext>
            </a:extLst>
          </p:cNvPr>
          <p:cNvSpPr txBox="1"/>
          <p:nvPr/>
        </p:nvSpPr>
        <p:spPr>
          <a:xfrm>
            <a:off x="663096" y="4479747"/>
            <a:ext cx="60943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番茄計時器</a:t>
            </a:r>
            <a:r>
              <a:rPr lang="en-US" altLang="zh-TW" dirty="0"/>
              <a:t>/</a:t>
            </a:r>
            <a:r>
              <a:rPr lang="zh-TW" altLang="en-US" dirty="0"/>
              <a:t>長短計時器</a:t>
            </a:r>
            <a:endParaRPr lang="en-US" altLang="zh-TW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開始</a:t>
            </a:r>
            <a:r>
              <a:rPr lang="en-US" altLang="zh-TW" dirty="0"/>
              <a:t>,</a:t>
            </a:r>
            <a:r>
              <a:rPr lang="zh-TW" altLang="en-US" dirty="0"/>
              <a:t>暫停</a:t>
            </a:r>
            <a:r>
              <a:rPr lang="en-US" altLang="zh-TW" dirty="0"/>
              <a:t>,</a:t>
            </a:r>
            <a:r>
              <a:rPr lang="zh-TW" altLang="en-US" dirty="0"/>
              <a:t>與重置</a:t>
            </a:r>
          </a:p>
        </p:txBody>
      </p:sp>
    </p:spTree>
    <p:extLst>
      <p:ext uri="{BB962C8B-B14F-4D97-AF65-F5344CB8AC3E}">
        <p14:creationId xmlns:p14="http://schemas.microsoft.com/office/powerpoint/2010/main" val="3008650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1F0FEE-4AAA-4450-B3DF-FC2F4CCDD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待辦事項專案</a:t>
            </a:r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3D0DB65A-2117-48D8-BD24-F52E911E64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290" y="1690688"/>
            <a:ext cx="3171059" cy="2364858"/>
          </a:xfr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E90CE38A-9A55-46B4-947A-4CFCAEB26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3906" y="1730005"/>
            <a:ext cx="3696937" cy="2364859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43D15BA8-308C-4F47-8BAE-086AF93F08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951" y="1739737"/>
            <a:ext cx="3688004" cy="236485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E10A8C94-5159-4657-A06C-272223CAC4C6}"/>
              </a:ext>
            </a:extLst>
          </p:cNvPr>
          <p:cNvSpPr txBox="1"/>
          <p:nvPr/>
        </p:nvSpPr>
        <p:spPr>
          <a:xfrm>
            <a:off x="663096" y="4479747"/>
            <a:ext cx="60943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可新增高達</a:t>
            </a:r>
            <a:r>
              <a:rPr lang="en-US" altLang="zh-TW" dirty="0"/>
              <a:t>30</a:t>
            </a:r>
            <a:r>
              <a:rPr lang="zh-TW" altLang="en-US" dirty="0"/>
              <a:t>個待辦事項</a:t>
            </a:r>
            <a:endParaRPr lang="en-US" altLang="zh-TW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en-US" dirty="0"/>
              <a:t>功能</a:t>
            </a:r>
            <a:r>
              <a:rPr lang="en-US" altLang="zh-TW" dirty="0"/>
              <a:t>: </a:t>
            </a:r>
            <a:r>
              <a:rPr lang="zh-TW" altLang="en-US" dirty="0"/>
              <a:t>新增</a:t>
            </a:r>
            <a:r>
              <a:rPr lang="en-US" altLang="zh-TW" dirty="0"/>
              <a:t>,</a:t>
            </a:r>
            <a:r>
              <a:rPr lang="zh-TW" altLang="en-US" dirty="0"/>
              <a:t>顯示全部</a:t>
            </a:r>
            <a:r>
              <a:rPr lang="en-US" altLang="zh-TW" dirty="0"/>
              <a:t>,</a:t>
            </a:r>
            <a:r>
              <a:rPr lang="zh-TW" altLang="en-US" dirty="0"/>
              <a:t>進行中</a:t>
            </a:r>
            <a:r>
              <a:rPr lang="en-US" altLang="zh-TW" dirty="0"/>
              <a:t>,</a:t>
            </a:r>
            <a:r>
              <a:rPr lang="zh-TW" altLang="en-US" dirty="0"/>
              <a:t>已完成</a:t>
            </a:r>
            <a:r>
              <a:rPr lang="en-US" altLang="zh-TW" dirty="0"/>
              <a:t>,</a:t>
            </a:r>
            <a:r>
              <a:rPr lang="zh-TW" altLang="en-US" dirty="0"/>
              <a:t>清除已完成</a:t>
            </a:r>
          </a:p>
        </p:txBody>
      </p:sp>
    </p:spTree>
    <p:extLst>
      <p:ext uri="{BB962C8B-B14F-4D97-AF65-F5344CB8AC3E}">
        <p14:creationId xmlns:p14="http://schemas.microsoft.com/office/powerpoint/2010/main" val="80796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E1DFC3-4AF3-4934-B1F5-650AA7A8B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串接綠界金流</a:t>
            </a:r>
            <a:r>
              <a:rPr lang="en-US" altLang="zh-TW" dirty="0"/>
              <a:t>API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D7A797-8A1D-4254-A78E-B629032C1D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API</a:t>
            </a:r>
          </a:p>
          <a:p>
            <a:pPr lvl="1"/>
            <a:r>
              <a:rPr lang="zh-TW" altLang="en-US" dirty="0"/>
              <a:t>別人做好的服務</a:t>
            </a:r>
            <a:endParaRPr lang="en-US" altLang="zh-TW" dirty="0"/>
          </a:p>
          <a:p>
            <a:r>
              <a:rPr lang="en-US" altLang="zh-TW" dirty="0"/>
              <a:t>debug</a:t>
            </a:r>
          </a:p>
          <a:p>
            <a:r>
              <a:rPr lang="zh-TW" altLang="en-US" dirty="0"/>
              <a:t>隱藏</a:t>
            </a:r>
            <a:endParaRPr lang="en-US" altLang="zh-TW" dirty="0"/>
          </a:p>
          <a:p>
            <a:pPr marL="914400" lvl="1" indent="-457200">
              <a:buFont typeface="Wingdings" panose="05000000000000000000" pitchFamily="2" charset="2"/>
              <a:buAutoNum type="circleNumWdWhitePlain"/>
            </a:pPr>
            <a:r>
              <a:rPr lang="en-US" altLang="zh-TW" dirty="0"/>
              <a:t>MERCHANT_ID</a:t>
            </a:r>
          </a:p>
          <a:p>
            <a:pPr marL="914400" lvl="1" indent="-457200">
              <a:buFont typeface="Wingdings" panose="05000000000000000000" pitchFamily="2" charset="2"/>
              <a:buAutoNum type="circleNumWdWhitePlain"/>
            </a:pPr>
            <a:r>
              <a:rPr lang="en-US" altLang="zh-TW" dirty="0"/>
              <a:t>HASH_KEY</a:t>
            </a:r>
          </a:p>
          <a:p>
            <a:pPr marL="914400" lvl="1" indent="-457200">
              <a:buFont typeface="Wingdings" panose="05000000000000000000" pitchFamily="2" charset="2"/>
              <a:buAutoNum type="circleNumWdWhitePlain"/>
            </a:pPr>
            <a:r>
              <a:rPr lang="en-US" altLang="zh-TW" dirty="0"/>
              <a:t>HASH_IV</a:t>
            </a:r>
          </a:p>
          <a:p>
            <a:r>
              <a:rPr lang="zh-TW" altLang="en-US" dirty="0"/>
              <a:t>驗證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E1E5FC68-C627-46A8-B73E-492F00BE1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615" y="2096311"/>
            <a:ext cx="4992027" cy="3429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0875D554-4388-4E61-943A-C677B3E4D6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073" y="1961374"/>
            <a:ext cx="2391084" cy="636756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065D0A8-5BC2-49B1-B180-5F9AEC607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3483" y="4001294"/>
            <a:ext cx="2500313" cy="1643063"/>
          </a:xfrm>
          <a:prstGeom prst="rect">
            <a:avLst/>
          </a:prstGeom>
        </p:spPr>
      </p:pic>
      <p:sp>
        <p:nvSpPr>
          <p:cNvPr id="10" name="矩形 9">
            <a:extLst>
              <a:ext uri="{FF2B5EF4-FFF2-40B4-BE49-F238E27FC236}">
                <a16:creationId xmlns:a16="http://schemas.microsoft.com/office/drawing/2014/main" id="{D54D140A-105A-425F-AA09-688A4848606F}"/>
              </a:ext>
            </a:extLst>
          </p:cNvPr>
          <p:cNvSpPr/>
          <p:nvPr/>
        </p:nvSpPr>
        <p:spPr>
          <a:xfrm>
            <a:off x="5831615" y="2096311"/>
            <a:ext cx="1075023" cy="384242"/>
          </a:xfrm>
          <a:prstGeom prst="rect">
            <a:avLst/>
          </a:prstGeom>
          <a:noFill/>
          <a:ln w="444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74FAD54-CE84-42A8-A947-E010D7EA6782}"/>
              </a:ext>
            </a:extLst>
          </p:cNvPr>
          <p:cNvSpPr/>
          <p:nvPr/>
        </p:nvSpPr>
        <p:spPr>
          <a:xfrm>
            <a:off x="7603483" y="3841615"/>
            <a:ext cx="2698108" cy="1683695"/>
          </a:xfrm>
          <a:prstGeom prst="rect">
            <a:avLst/>
          </a:prstGeom>
          <a:noFill/>
          <a:ln w="444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12E591F0-8DAE-423C-B9D7-7DD90EEE5C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1942" y="5337382"/>
            <a:ext cx="2890915" cy="1399475"/>
          </a:xfrm>
          <a:prstGeom prst="rect">
            <a:avLst/>
          </a:prstGeom>
        </p:spPr>
      </p:pic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5344748B-7519-490A-B7CD-1C10ED544E22}"/>
              </a:ext>
            </a:extLst>
          </p:cNvPr>
          <p:cNvCxnSpPr/>
          <p:nvPr/>
        </p:nvCxnSpPr>
        <p:spPr>
          <a:xfrm>
            <a:off x="6284068" y="2454078"/>
            <a:ext cx="326720" cy="306421"/>
          </a:xfrm>
          <a:prstGeom prst="straightConnector1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B614AB0B-D5B5-42BF-B9DA-036689016CA3}"/>
              </a:ext>
            </a:extLst>
          </p:cNvPr>
          <p:cNvCxnSpPr/>
          <p:nvPr/>
        </p:nvCxnSpPr>
        <p:spPr>
          <a:xfrm>
            <a:off x="7440123" y="3711052"/>
            <a:ext cx="326720" cy="306421"/>
          </a:xfrm>
          <a:prstGeom prst="straightConnector1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B30A3B7-0CF5-4CCA-BCD3-A160E818159C}"/>
              </a:ext>
            </a:extLst>
          </p:cNvPr>
          <p:cNvCxnSpPr/>
          <p:nvPr/>
        </p:nvCxnSpPr>
        <p:spPr>
          <a:xfrm>
            <a:off x="9051942" y="5337382"/>
            <a:ext cx="326720" cy="306421"/>
          </a:xfrm>
          <a:prstGeom prst="straightConnector1">
            <a:avLst/>
          </a:prstGeom>
          <a:ln w="508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2210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37E688-4848-43C1-B26C-C56DBF7D9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GitHub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4BA4FE1-B371-4C19-BF51-75C81F8208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TW" altLang="en-US" dirty="0"/>
              <a:t>線上程式碼雲端託管平台</a:t>
            </a:r>
            <a:endParaRPr lang="en-US" altLang="zh-TW" dirty="0"/>
          </a:p>
          <a:p>
            <a:r>
              <a:rPr lang="zh-TW" altLang="en-US" dirty="0"/>
              <a:t>多成員共同編輯、開發軟體專案</a:t>
            </a:r>
            <a:endParaRPr lang="en-US" altLang="zh-TW" dirty="0"/>
          </a:p>
          <a:p>
            <a:r>
              <a:rPr lang="zh-TW" altLang="en-US" dirty="0"/>
              <a:t>下載免費資源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學習專案管理</a:t>
            </a:r>
            <a:r>
              <a:rPr lang="en-US" altLang="zh-TW" dirty="0"/>
              <a:t>,</a:t>
            </a:r>
            <a:r>
              <a:rPr lang="zh-TW" altLang="en-US" dirty="0"/>
              <a:t>多人協作</a:t>
            </a:r>
            <a:r>
              <a:rPr lang="en-US" altLang="zh-TW" dirty="0"/>
              <a:t>,</a:t>
            </a:r>
            <a:r>
              <a:rPr lang="zh-TW" altLang="en-US" dirty="0"/>
              <a:t>線上託管</a:t>
            </a:r>
            <a:r>
              <a:rPr lang="en-US" altLang="zh-TW" dirty="0"/>
              <a:t>,</a:t>
            </a:r>
            <a:r>
              <a:rPr lang="zh-TW" altLang="en-US" dirty="0"/>
              <a:t>資源下載</a:t>
            </a:r>
            <a:endParaRPr lang="en-US" altLang="zh-TW" dirty="0"/>
          </a:p>
          <a:p>
            <a:pPr lvl="1"/>
            <a:r>
              <a:rPr lang="en-US" altLang="zh-TW" dirty="0"/>
              <a:t>README.md</a:t>
            </a:r>
            <a:r>
              <a:rPr lang="zh-TW" altLang="en-US" dirty="0"/>
              <a:t>的完備性</a:t>
            </a:r>
            <a:endParaRPr lang="en-US" altLang="zh-TW" dirty="0"/>
          </a:p>
          <a:p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CAB44C3E-BD7D-4499-8163-810E3B943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3643" y="3067844"/>
            <a:ext cx="6915150" cy="1866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842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5B03AEB-CAD9-4587-9BAF-9D9D238E7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Vibe Coding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86F518B-67DF-40F4-812D-FFC304D71E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把想法拆解成多個清晰步驟 </a:t>
            </a:r>
            <a:r>
              <a:rPr lang="en-US" altLang="zh-TW" dirty="0"/>
              <a:t>(prompt)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請</a:t>
            </a:r>
            <a:r>
              <a:rPr lang="en-US" altLang="zh-TW" dirty="0" err="1"/>
              <a:t>claude</a:t>
            </a:r>
            <a:r>
              <a:rPr lang="en-US" altLang="zh-TW" dirty="0"/>
              <a:t> code</a:t>
            </a:r>
            <a:r>
              <a:rPr lang="zh-TW" altLang="en-US" dirty="0"/>
              <a:t>代勞</a:t>
            </a:r>
            <a:endParaRPr lang="en-US" altLang="zh-TW" dirty="0"/>
          </a:p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防呆 </a:t>
            </a:r>
            <a:r>
              <a:rPr lang="en-US" altLang="zh-TW" dirty="0"/>
              <a:t>(edge case)</a:t>
            </a:r>
            <a:r>
              <a:rPr lang="zh-TW" altLang="en-US" dirty="0"/>
              <a:t>及隱私</a:t>
            </a:r>
            <a:endParaRPr lang="en-US" altLang="zh-TW" dirty="0"/>
          </a:p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執行</a:t>
            </a:r>
            <a:endParaRPr lang="en-US" altLang="zh-TW" dirty="0"/>
          </a:p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驗證</a:t>
            </a:r>
            <a:endParaRPr lang="en-US" altLang="zh-TW" dirty="0"/>
          </a:p>
          <a:p>
            <a:pPr marL="514350" indent="-514350">
              <a:buFont typeface="+mj-lt"/>
              <a:buAutoNum type="arabicPeriod"/>
            </a:pPr>
            <a:r>
              <a:rPr lang="zh-TW" altLang="en-US" dirty="0"/>
              <a:t>修正</a:t>
            </a:r>
            <a:r>
              <a:rPr lang="en-US" altLang="zh-TW" dirty="0"/>
              <a:t>prompt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Go to step 2</a:t>
            </a:r>
          </a:p>
          <a:p>
            <a:pPr marL="0" indent="0">
              <a:buNone/>
            </a:pP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6DC5781-F59C-427F-8797-4DAA6E517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0087" y="2976563"/>
            <a:ext cx="6686550" cy="32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789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424A8C-36A5-49E1-93D7-F096C4E89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Claude code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2C4F62E-B356-4A7D-9A0E-47FBBF1536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由簡入深</a:t>
            </a:r>
            <a:r>
              <a:rPr lang="en-US" altLang="zh-TW" dirty="0"/>
              <a:t>,</a:t>
            </a:r>
            <a:r>
              <a:rPr lang="zh-TW" altLang="en-US" dirty="0"/>
              <a:t>先求有再求好 </a:t>
            </a:r>
            <a:r>
              <a:rPr lang="en-US" altLang="zh-TW" dirty="0"/>
              <a:t>(</a:t>
            </a:r>
            <a:r>
              <a:rPr lang="zh-TW" altLang="en-US" dirty="0"/>
              <a:t>小心</a:t>
            </a:r>
            <a:r>
              <a:rPr lang="en-US" altLang="zh-TW" dirty="0"/>
              <a:t>edge case)</a:t>
            </a:r>
          </a:p>
          <a:p>
            <a:r>
              <a:rPr lang="zh-TW" altLang="en-US" dirty="0"/>
              <a:t>提供原始碼給</a:t>
            </a:r>
            <a:r>
              <a:rPr lang="en-US" altLang="zh-TW" dirty="0" err="1"/>
              <a:t>claude</a:t>
            </a:r>
            <a:r>
              <a:rPr lang="en-US" altLang="zh-TW" dirty="0"/>
              <a:t> code</a:t>
            </a:r>
            <a:r>
              <a:rPr lang="zh-TW" altLang="en-US" dirty="0"/>
              <a:t>修正會比較快及正確</a:t>
            </a:r>
            <a:endParaRPr lang="en-US" altLang="zh-TW" dirty="0"/>
          </a:p>
          <a:p>
            <a:r>
              <a:rPr lang="zh-TW" altLang="en-US" dirty="0"/>
              <a:t>不懂的</a:t>
            </a:r>
            <a:r>
              <a:rPr lang="en-US" altLang="zh-TW" dirty="0"/>
              <a:t>code</a:t>
            </a:r>
            <a:r>
              <a:rPr lang="zh-TW" altLang="en-US" dirty="0"/>
              <a:t>可以問</a:t>
            </a:r>
            <a:r>
              <a:rPr lang="en-US" altLang="zh-TW" dirty="0" err="1"/>
              <a:t>claude</a:t>
            </a:r>
            <a:r>
              <a:rPr lang="en-US" altLang="zh-TW" dirty="0"/>
              <a:t>,</a:t>
            </a:r>
            <a:r>
              <a:rPr lang="zh-TW" altLang="en-US" dirty="0"/>
              <a:t>請他用簡易的話說明</a:t>
            </a: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117A95C0-4849-4F2E-9A69-9FEB0F2B28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429000"/>
            <a:ext cx="5321030" cy="2999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285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9C83D8-4DFB-4645-BEE9-4AB443DC9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GitHub</a:t>
            </a:r>
            <a:r>
              <a:rPr lang="zh-TW" altLang="en-US" dirty="0"/>
              <a:t>網頁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A7E949D-B5E8-4F05-B16E-288B98BAE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u="sng" dirty="0"/>
              <a:t>https://github.com/11430051/my-first-project</a:t>
            </a:r>
            <a:endParaRPr lang="zh-TW" altLang="en-US" u="sng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49B9E5C-AC43-4798-A7CC-0A0FAF56BED5}"/>
              </a:ext>
            </a:extLst>
          </p:cNvPr>
          <p:cNvSpPr txBox="1"/>
          <p:nvPr/>
        </p:nvSpPr>
        <p:spPr>
          <a:xfrm>
            <a:off x="3640576" y="4380672"/>
            <a:ext cx="37816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5400" b="1" i="1" dirty="0">
                <a:solidFill>
                  <a:schemeClr val="accent6">
                    <a:lumMod val="50000"/>
                  </a:schemeClr>
                </a:solidFill>
              </a:rPr>
              <a:t>THANK YOU</a:t>
            </a:r>
            <a:endParaRPr lang="zh-TW" altLang="en-US" sz="5400" b="1" i="1" dirty="0">
              <a:solidFill>
                <a:schemeClr val="accent6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34045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226</Words>
  <Application>Microsoft Office PowerPoint</Application>
  <PresentationFormat>寬螢幕</PresentationFormat>
  <Paragraphs>48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Wingdings</vt:lpstr>
      <vt:lpstr>Office 佈景主題</vt:lpstr>
      <vt:lpstr>多功能網頁</vt:lpstr>
      <vt:lpstr>作品畫面展示</vt:lpstr>
      <vt:lpstr>計算機專案</vt:lpstr>
      <vt:lpstr>計時器專案</vt:lpstr>
      <vt:lpstr>待辦事項專案</vt:lpstr>
      <vt:lpstr>串接綠界金流API</vt:lpstr>
      <vt:lpstr>GitHub</vt:lpstr>
      <vt:lpstr>Vibe Coding</vt:lpstr>
      <vt:lpstr>Claude code</vt:lpstr>
      <vt:lpstr>GitHub網頁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多功能網頁</dc:title>
  <dc:creator>Winfred Tsai</dc:creator>
  <cp:keywords>線上組-蔡承佑</cp:keywords>
  <cp:lastModifiedBy>Winfred Tsai</cp:lastModifiedBy>
  <cp:revision>17</cp:revision>
  <dcterms:created xsi:type="dcterms:W3CDTF">2026-08-02T08:18:01Z</dcterms:created>
  <dcterms:modified xsi:type="dcterms:W3CDTF">2026-08-02T09:33:55Z</dcterms:modified>
</cp:coreProperties>
</file>